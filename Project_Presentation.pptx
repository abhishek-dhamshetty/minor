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Emergency Traffic Preemption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Objectives, Workflow &amp; Architecture</a:t>
            </a:r>
          </a:p>
          <a:p>
            <a:r>
              <a:t>Minor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Primary Goal: Reduce emergency vehicle response times in urban environments using smart traffic management.</a:t>
            </a:r>
          </a:p>
          <a:p>
            <a:pPr>
              <a:defRPr sz="2200"/>
            </a:pPr>
            <a:r>
              <a:t>Signal Preemption: Dynamically change traffic lights to create a 'Green Corridor' for approaching ambulances.</a:t>
            </a:r>
          </a:p>
          <a:p>
            <a:pPr>
              <a:defRPr sz="2200"/>
            </a:pPr>
            <a:r>
              <a:t>Dynamic Routing: Route ambulances efficiently by analyzing real-time congestion and hospital capacities.</a:t>
            </a:r>
          </a:p>
          <a:p>
            <a:pPr>
              <a:defRPr sz="2200"/>
            </a:pPr>
            <a:r>
              <a:t>Simulation-First Approach: Validate logic via an integration of Python controllers and the SUMO traffic simulator.</a:t>
            </a:r>
          </a:p>
          <a:p>
            <a:pPr>
              <a:defRPr sz="2200"/>
            </a:pPr>
            <a:r>
              <a:t>Scalability: Design a software-only architecture capable of adapting to various cities using OpenStreetMap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Dispatch &amp; Initialization: Emergency request is generated, and an ambulance is dispatched to the nearest capable hospital.</a:t>
            </a:r>
          </a:p>
          <a:p>
            <a:pPr>
              <a:defRPr sz="2200"/>
            </a:pPr>
            <a:r>
              <a:t>2. Route Calculation: The Route Planner calculates the ETA and optimal path using Dijkstra/A* algorithms based on live traffic.</a:t>
            </a:r>
          </a:p>
          <a:p>
            <a:pPr>
              <a:defRPr sz="2200"/>
            </a:pPr>
            <a:r>
              <a:t>3. Live Monitoring: The Smart System monitors the ambulance's progress via TraCI along the SUMO network.</a:t>
            </a:r>
          </a:p>
          <a:p>
            <a:pPr>
              <a:defRPr sz="2200"/>
            </a:pPr>
            <a:r>
              <a:t>4. Signal Arbitration: As the ambulance approaches an intersection, a priority request is sent to preempt the signal to green.</a:t>
            </a:r>
          </a:p>
          <a:p>
            <a:pPr>
              <a:defRPr sz="2200"/>
            </a:pPr>
            <a:r>
              <a:t>5. Clearance &amp; Restore: After the ambulance passes, the signal is restored to its baseline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architecture is decentralized and relies on a simulation-in-the-loop design.</a:t>
            </a:r>
          </a:p>
          <a:p>
            <a:pPr>
              <a:defRPr sz="2200"/>
            </a:pPr>
            <a:r>
              <a:t>Frontend UI: A web-based realtime dashboard (HTML/JS) visualizing the map, active ambulances, and live signal states.</a:t>
            </a:r>
          </a:p>
          <a:p>
            <a:pPr>
              <a:defRPr sz="2200"/>
            </a:pPr>
            <a:r>
              <a:t>Core Backend (Python): Includes Smart Controller, Route Planner, and Signal Preemptor modules.</a:t>
            </a:r>
          </a:p>
          <a:p>
            <a:pPr>
              <a:defRPr sz="2200"/>
            </a:pPr>
            <a:r>
              <a:t>Simulation Engine: SUMO (Simulation of Urban MObility) interacting via TraCI.</a:t>
            </a:r>
          </a:p>
          <a:p>
            <a:pPr>
              <a:defRPr sz="2200"/>
            </a:pPr>
            <a:r>
              <a:t>Data Sources: Local static datasets for network paths (OSM/XML) and hospital coordinates (CSV).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Details: Core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Smart Emergency Controller: The brain of the operation.</a:t>
            </a:r>
          </a:p>
          <a:p>
            <a:pPr>
              <a:defRPr sz="2200"/>
            </a:pPr>
            <a:r>
              <a:t>  - Example: Continuously scans for active emergency vehicles and coordinates the other modules.</a:t>
            </a:r>
          </a:p>
          <a:p>
            <a:pPr>
              <a:defRPr sz="2200"/>
            </a:pPr>
            <a:r>
              <a:t>Route Planner: Calculates optimal paths.</a:t>
            </a:r>
          </a:p>
          <a:p>
            <a:pPr>
              <a:defRPr sz="2200"/>
            </a:pPr>
            <a:r>
              <a:t>  - Example: If a main road is highly congested, it reroutes the ambulance via a faster, secondary road.</a:t>
            </a:r>
          </a:p>
          <a:p>
            <a:pPr>
              <a:defRPr sz="2200"/>
            </a:pPr>
            <a:r>
              <a:t>Signal Preemption Module: Manages traffic lights.</a:t>
            </a:r>
          </a:p>
          <a:p>
            <a:pPr>
              <a:defRPr sz="2200"/>
            </a:pPr>
            <a:r>
              <a:t>  - Example: Changes an upcoming red light to green, temporarily pausing cross-traffic to let the ambulance pass.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Details: Simulation &amp;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SUMO &amp; TraCI: Traffic simulation environment and API.</a:t>
            </a:r>
          </a:p>
          <a:p>
            <a:pPr>
              <a:defRPr sz="2200"/>
            </a:pPr>
            <a:r>
              <a:t>  - Example: SUMO simulates the physics of 1000s of cars, while TraCI lets our Python script inject a new ambulance dynamically.</a:t>
            </a:r>
          </a:p>
          <a:p>
            <a:pPr>
              <a:defRPr sz="2200"/>
            </a:pPr>
            <a:r>
              <a:t>Realtime Web Dashboard: User interface for operators.</a:t>
            </a:r>
          </a:p>
          <a:p>
            <a:pPr>
              <a:defRPr sz="2200"/>
            </a:pPr>
            <a:r>
              <a:t>  - Example: Displays a live map with moving icons, color-coded traffic lights, and dispatch notifications.</a:t>
            </a:r>
          </a:p>
          <a:p>
            <a:pPr>
              <a:defRPr sz="2200"/>
            </a:pPr>
            <a:r>
              <a:t>Static Datasets: Base configuration.</a:t>
            </a:r>
          </a:p>
          <a:p>
            <a:pPr>
              <a:defRPr sz="2200"/>
            </a:pPr>
            <a:r>
              <a:t>  - Example: 'hospitals.csv' contains bed capacity and coordinates used to assign the best destination.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highly cohesive, modular framework for emergency traffic orchestration.</a:t>
            </a:r>
          </a:p>
          <a:p>
            <a:pPr>
              <a:defRPr sz="2200"/>
            </a:pPr>
            <a:r>
              <a:t>Successfully demonstrates how software can significantly minimize ambulance travel time.</a:t>
            </a:r>
          </a:p>
          <a:p>
            <a:pPr>
              <a:defRPr sz="2200"/>
            </a:pPr>
            <a:r>
              <a:t>Future Scope: Integration with physical IoT sensors (LoRa), real-world traffic cameras, and predictive AI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